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1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B846AE-49C1-CFBA-AD3A-54CD4EE6C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DE63DC-DD5B-FF4B-70C4-6B5B03CAB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54889B-2429-41B3-D648-2FCEA4056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E0D2-D1CD-4332-B30C-6FDC62D41184}" type="datetimeFigureOut">
              <a:rPr lang="ko-KR" altLang="en-US" smtClean="0"/>
              <a:t>2024-03-31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B9920E-D38B-18EF-F39A-1B75D61D8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68C1A8-CDE8-38CE-9EDC-C7D1C4D49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F25C-C0D9-42E9-B576-E19C3DC0A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674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2AAFF1-DA96-13DB-03D8-D800E7C47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26A5F9-ACC5-5F21-0E15-CDF6D18539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92742B-06F7-67BF-FD6E-123DAA8D5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E0D2-D1CD-4332-B30C-6FDC62D41184}" type="datetimeFigureOut">
              <a:rPr lang="ko-KR" altLang="en-US" smtClean="0"/>
              <a:t>2024-03-31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9B9E2B-272D-5A73-5365-21290D0EC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4F3C46-1420-F88F-0754-D93CE0A96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F25C-C0D9-42E9-B576-E19C3DC0A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334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66B29-1D21-C8B2-3FFE-616435359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2160583-F24C-93E3-16FF-956E9A5E5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2152A0-F97E-D167-D148-93DC2456B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E0D2-D1CD-4332-B30C-6FDC62D41184}" type="datetimeFigureOut">
              <a:rPr lang="ko-KR" altLang="en-US" smtClean="0"/>
              <a:t>2024-03-31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9FFBD4-8E63-302B-B0BD-B4F5C4366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7E343B-874F-B672-2397-FD153E6E6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F25C-C0D9-42E9-B576-E19C3DC0A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86791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CD96AC-A9DB-5BBA-38A8-D9CB330A49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71C24C6-F403-5DBE-9A07-37092BC09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295572-5DCF-51A8-2F7F-8AC4D912ED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966668-853C-773D-199C-9A963F8CD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E0D2-D1CD-4332-B30C-6FDC62D41184}" type="datetimeFigureOut">
              <a:rPr lang="ko-KR" altLang="en-US" smtClean="0"/>
              <a:t>2024-03-31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62BD31-5F90-9CA1-F447-393DAA2BC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153F3B-C67D-FE15-F050-8CCD02FFE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F25C-C0D9-42E9-B576-E19C3DC0A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874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C90223-CC21-70CF-0BCB-054179E697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EBB6CC4-5A2C-C9D4-4395-4BD4A2AC48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D02B55-79DC-3483-6996-87BB2F4623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C44327B-8E64-1E12-DD64-51CFCAA54B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B6DA9CC-8578-6F19-F8A1-CB4F579611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BE7D5B-7697-0533-CADB-3B9D655E8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E0D2-D1CD-4332-B30C-6FDC62D41184}" type="datetimeFigureOut">
              <a:rPr lang="ko-KR" altLang="en-US" smtClean="0"/>
              <a:t>2024-03-31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5840A40-54B0-DCEE-17F5-06E94122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ADFF563-DFBF-5B4F-D0D0-FF972B817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F25C-C0D9-42E9-B576-E19C3DC0A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3015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DF28B5-27DB-7B0D-335B-5EFFD7BEE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319A26C-5332-ED02-9525-AFC638674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E0D2-D1CD-4332-B30C-6FDC62D41184}" type="datetimeFigureOut">
              <a:rPr lang="ko-KR" altLang="en-US" smtClean="0"/>
              <a:t>2024-03-31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8F3BFBD-EC1D-9F37-CA7D-874DD634B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08ADA2D-FFEA-1509-4268-8151E7D0C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F25C-C0D9-42E9-B576-E19C3DC0A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4532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27E8954-0099-D066-ED76-0FA173B7A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E0D2-D1CD-4332-B30C-6FDC62D41184}" type="datetimeFigureOut">
              <a:rPr lang="ko-KR" altLang="en-US" smtClean="0"/>
              <a:t>2024-03-31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F0B9EF3-99D9-88A4-D973-0B8BE3399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E0DA6E-D1EA-7149-6DE4-34105D683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F25C-C0D9-42E9-B576-E19C3DC0A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013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240BB71-705F-736E-86A5-032D37307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776B5D-D9D5-D116-0C6A-760EEF009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D6505A-0DB5-B842-BDF3-44C2CA8DF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AE53400-1810-FEEA-7A82-3FD9DC473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E0D2-D1CD-4332-B30C-6FDC62D41184}" type="datetimeFigureOut">
              <a:rPr lang="ko-KR" altLang="en-US" smtClean="0"/>
              <a:t>2024-03-31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B14B04C-E1D2-F922-194A-8864E5B40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44E6548-AE50-D601-10A3-8E3EF377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F25C-C0D9-42E9-B576-E19C3DC0A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3360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3B7BC2-6A28-21D2-7D01-3D9734DB6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BE30B6B-9711-2B4A-08D2-954EF52FC0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AE5BB4-BC6C-A829-C9AC-48F9838A6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701447-DB94-99F2-6935-240922189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E0D2-D1CD-4332-B30C-6FDC62D41184}" type="datetimeFigureOut">
              <a:rPr lang="ko-KR" altLang="en-US" smtClean="0"/>
              <a:t>2024-03-31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6762EF3-3446-C61B-90BC-921F57253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578D9E0-5B99-D036-5BB2-B7DACE373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F25C-C0D9-42E9-B576-E19C3DC0A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909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17151-980C-4978-E338-2D03ED550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55E5AB4-9FB9-DD57-B7CF-D7DFE47FC1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D679BD-EC1C-4258-2FAC-10ABFE6C3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E0D2-D1CD-4332-B30C-6FDC62D41184}" type="datetimeFigureOut">
              <a:rPr lang="ko-KR" altLang="en-US" smtClean="0"/>
              <a:t>2024-03-31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296BD3-AC27-621B-3222-3CC46422B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190999-7ADF-C86A-4D15-D427C3768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F25C-C0D9-42E9-B576-E19C3DC0A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128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272FEA-3064-49AB-21F0-7C529AE7BD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79FF01-6445-4DA7-1764-604CB50DD1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2DE088-951B-3836-4286-BFC868F31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9DE0D2-D1CD-4332-B30C-6FDC62D41184}" type="datetimeFigureOut">
              <a:rPr lang="ko-KR" altLang="en-US" smtClean="0"/>
              <a:t>2024-03-31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6C49FF-C1A1-E0FA-FD2F-2537AAD58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074CCA5-DCC0-FC7A-FE2C-F69F92370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A9F25C-C0D9-42E9-B576-E19C3DC0A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52255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A1349CA-BA09-9FF7-E5F2-39F2ED077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BF1E68-CF22-DD6F-725D-7D171F0665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A7C3C5-7E0A-6E8C-F90D-B40A999FBC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9DE0D2-D1CD-4332-B30C-6FDC62D41184}" type="datetimeFigureOut">
              <a:rPr lang="ko-KR" altLang="en-US" smtClean="0"/>
              <a:t>2024-03-31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3D2FA2-9AD8-3EF7-FFC2-202B6458F8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6C77B7-6C2F-08B6-9921-4837822D99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A9F25C-C0D9-42E9-B576-E19C3DC0AEC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193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직사각형 13">
            <a:extLst>
              <a:ext uri="{FF2B5EF4-FFF2-40B4-BE49-F238E27FC236}">
                <a16:creationId xmlns:a16="http://schemas.microsoft.com/office/drawing/2014/main" id="{44F84997-EF6D-730F-3FBE-046B957CDD45}"/>
              </a:ext>
            </a:extLst>
          </p:cNvPr>
          <p:cNvSpPr/>
          <p:nvPr/>
        </p:nvSpPr>
        <p:spPr>
          <a:xfrm>
            <a:off x="4895790" y="258020"/>
            <a:ext cx="2207712" cy="634196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2A36C18-88D1-BB3D-D6C2-F1BC1CBAF1ED}"/>
              </a:ext>
            </a:extLst>
          </p:cNvPr>
          <p:cNvSpPr/>
          <p:nvPr/>
        </p:nvSpPr>
        <p:spPr>
          <a:xfrm>
            <a:off x="574766" y="357051"/>
            <a:ext cx="2207712" cy="30719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5" name="그래픽 4" descr="스마트폰 윤곽선">
            <a:extLst>
              <a:ext uri="{FF2B5EF4-FFF2-40B4-BE49-F238E27FC236}">
                <a16:creationId xmlns:a16="http://schemas.microsoft.com/office/drawing/2014/main" id="{B680727E-52BF-624D-DB96-2A61E0CA1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68078" y="615100"/>
            <a:ext cx="914400" cy="914400"/>
          </a:xfrm>
          <a:prstGeom prst="rect">
            <a:avLst/>
          </a:prstGeom>
        </p:spPr>
      </p:pic>
      <p:pic>
        <p:nvPicPr>
          <p:cNvPr id="7" name="그래픽 6" descr="컴퓨터 윤곽선">
            <a:extLst>
              <a:ext uri="{FF2B5EF4-FFF2-40B4-BE49-F238E27FC236}">
                <a16:creationId xmlns:a16="http://schemas.microsoft.com/office/drawing/2014/main" id="{E2963638-E0FC-7FFD-1131-EAB0529759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9410" y="615100"/>
            <a:ext cx="914400" cy="914400"/>
          </a:xfrm>
          <a:prstGeom prst="rect">
            <a:avLst/>
          </a:prstGeom>
        </p:spPr>
      </p:pic>
      <p:pic>
        <p:nvPicPr>
          <p:cNvPr id="9" name="그래픽 8" descr="사용자 윤곽선">
            <a:extLst>
              <a:ext uri="{FF2B5EF4-FFF2-40B4-BE49-F238E27FC236}">
                <a16:creationId xmlns:a16="http://schemas.microsoft.com/office/drawing/2014/main" id="{8732BE9F-01AE-91E7-239B-2AEFE79CFB7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16610" y="1433706"/>
            <a:ext cx="914400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2C46695-F5DD-DA07-C301-F869E413014D}"/>
              </a:ext>
            </a:extLst>
          </p:cNvPr>
          <p:cNvSpPr txBox="1"/>
          <p:nvPr/>
        </p:nvSpPr>
        <p:spPr>
          <a:xfrm>
            <a:off x="663018" y="2348106"/>
            <a:ext cx="21194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PC </a:t>
            </a:r>
            <a:r>
              <a:rPr lang="ko-KR" altLang="en-US" dirty="0"/>
              <a:t>또는 모바일로 방송을 송출하는 </a:t>
            </a:r>
            <a:r>
              <a:rPr lang="ko-KR" altLang="en-US" dirty="0" err="1"/>
              <a:t>송출자</a:t>
            </a:r>
            <a:endParaRPr lang="ko-KR" altLang="en-US" dirty="0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AEBEBD3B-3560-044C-661B-FE5C86C25E33}"/>
              </a:ext>
            </a:extLst>
          </p:cNvPr>
          <p:cNvCxnSpPr>
            <a:cxnSpLocks/>
          </p:cNvCxnSpPr>
          <p:nvPr/>
        </p:nvCxnSpPr>
        <p:spPr>
          <a:xfrm>
            <a:off x="2972855" y="1442414"/>
            <a:ext cx="167204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99FBB3B-C52F-F702-E043-22E12465FA7F}"/>
              </a:ext>
            </a:extLst>
          </p:cNvPr>
          <p:cNvSpPr txBox="1"/>
          <p:nvPr/>
        </p:nvSpPr>
        <p:spPr>
          <a:xfrm>
            <a:off x="3087682" y="1775742"/>
            <a:ext cx="1442392" cy="1495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err="1"/>
              <a:t>Obs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r>
              <a:rPr lang="ko-KR" altLang="en-US" dirty="0" err="1"/>
              <a:t>프릭샷</a:t>
            </a:r>
            <a:r>
              <a:rPr lang="ko-KR" altLang="en-US" dirty="0"/>
              <a:t> 과 같은 도구를 통해 영상을 서버에 전달함</a:t>
            </a:r>
          </a:p>
        </p:txBody>
      </p:sp>
      <p:pic>
        <p:nvPicPr>
          <p:cNvPr id="18" name="그래픽 17" descr="프레젠테이션 미디어 윤곽선">
            <a:extLst>
              <a:ext uri="{FF2B5EF4-FFF2-40B4-BE49-F238E27FC236}">
                <a16:creationId xmlns:a16="http://schemas.microsoft.com/office/drawing/2014/main" id="{CA854BE7-9991-A51E-82EB-83646F2D3C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83919" y="404948"/>
            <a:ext cx="914400" cy="914400"/>
          </a:xfrm>
          <a:prstGeom prst="rect">
            <a:avLst/>
          </a:prstGeom>
        </p:spPr>
      </p:pic>
      <p:sp>
        <p:nvSpPr>
          <p:cNvPr id="28" name="직사각형 27">
            <a:extLst>
              <a:ext uri="{FF2B5EF4-FFF2-40B4-BE49-F238E27FC236}">
                <a16:creationId xmlns:a16="http://schemas.microsoft.com/office/drawing/2014/main" id="{B921CB20-9F74-30F6-E26B-FA8BCEEF7A00}"/>
              </a:ext>
            </a:extLst>
          </p:cNvPr>
          <p:cNvSpPr/>
          <p:nvPr/>
        </p:nvSpPr>
        <p:spPr>
          <a:xfrm>
            <a:off x="4999272" y="749340"/>
            <a:ext cx="2000748" cy="10703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6" name="그래픽 25" descr="모니터 윤곽선">
            <a:extLst>
              <a:ext uri="{FF2B5EF4-FFF2-40B4-BE49-F238E27FC236}">
                <a16:creationId xmlns:a16="http://schemas.microsoft.com/office/drawing/2014/main" id="{9029DE1E-EDB8-9937-8C2B-81CAE5471B6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99646" y="827314"/>
            <a:ext cx="914400" cy="914400"/>
          </a:xfrm>
          <a:prstGeom prst="rect">
            <a:avLst/>
          </a:prstGeom>
        </p:spPr>
      </p:pic>
      <p:pic>
        <p:nvPicPr>
          <p:cNvPr id="22" name="그래픽 21" descr="서버 윤곽선">
            <a:extLst>
              <a:ext uri="{FF2B5EF4-FFF2-40B4-BE49-F238E27FC236}">
                <a16:creationId xmlns:a16="http://schemas.microsoft.com/office/drawing/2014/main" id="{6392572F-6A1E-26DA-920A-08E69A84007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5000943" y="827314"/>
            <a:ext cx="914400" cy="914400"/>
          </a:xfrm>
          <a:prstGeom prst="rect">
            <a:avLst/>
          </a:prstGeom>
        </p:spPr>
      </p:pic>
      <p:sp>
        <p:nvSpPr>
          <p:cNvPr id="29" name="직사각형 28">
            <a:extLst>
              <a:ext uri="{FF2B5EF4-FFF2-40B4-BE49-F238E27FC236}">
                <a16:creationId xmlns:a16="http://schemas.microsoft.com/office/drawing/2014/main" id="{733F7FAA-BA6D-E502-6836-2BD1106B607A}"/>
              </a:ext>
            </a:extLst>
          </p:cNvPr>
          <p:cNvSpPr/>
          <p:nvPr/>
        </p:nvSpPr>
        <p:spPr>
          <a:xfrm>
            <a:off x="5000943" y="4752478"/>
            <a:ext cx="2000748" cy="107034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0" name="그래픽 29" descr="모니터 윤곽선">
            <a:extLst>
              <a:ext uri="{FF2B5EF4-FFF2-40B4-BE49-F238E27FC236}">
                <a16:creationId xmlns:a16="http://schemas.microsoft.com/office/drawing/2014/main" id="{12ECD2EC-8CB4-4CE5-9037-159C98A6A5B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69074" y="4759234"/>
            <a:ext cx="914400" cy="914400"/>
          </a:xfrm>
          <a:prstGeom prst="rect">
            <a:avLst/>
          </a:prstGeom>
        </p:spPr>
      </p:pic>
      <p:pic>
        <p:nvPicPr>
          <p:cNvPr id="31" name="그래픽 30" descr="서버 윤곽선">
            <a:extLst>
              <a:ext uri="{FF2B5EF4-FFF2-40B4-BE49-F238E27FC236}">
                <a16:creationId xmlns:a16="http://schemas.microsoft.com/office/drawing/2014/main" id="{473963B4-C662-161A-2EC4-02E937A7604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970371" y="4759234"/>
            <a:ext cx="914400" cy="914400"/>
          </a:xfrm>
          <a:prstGeom prst="rect">
            <a:avLst/>
          </a:prstGeom>
        </p:spPr>
      </p:pic>
      <p:cxnSp>
        <p:nvCxnSpPr>
          <p:cNvPr id="33" name="직선 연결선 32">
            <a:extLst>
              <a:ext uri="{FF2B5EF4-FFF2-40B4-BE49-F238E27FC236}">
                <a16:creationId xmlns:a16="http://schemas.microsoft.com/office/drawing/2014/main" id="{F07B4855-4536-0816-9C29-246030F458D6}"/>
              </a:ext>
            </a:extLst>
          </p:cNvPr>
          <p:cNvCxnSpPr>
            <a:cxnSpLocks/>
          </p:cNvCxnSpPr>
          <p:nvPr/>
        </p:nvCxnSpPr>
        <p:spPr>
          <a:xfrm>
            <a:off x="5999646" y="1932160"/>
            <a:ext cx="0" cy="53236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직선 화살표 연결선 35">
            <a:extLst>
              <a:ext uri="{FF2B5EF4-FFF2-40B4-BE49-F238E27FC236}">
                <a16:creationId xmlns:a16="http://schemas.microsoft.com/office/drawing/2014/main" id="{45E5A39C-514E-1E1D-70AE-CC901FB5D023}"/>
              </a:ext>
            </a:extLst>
          </p:cNvPr>
          <p:cNvCxnSpPr/>
          <p:nvPr/>
        </p:nvCxnSpPr>
        <p:spPr>
          <a:xfrm>
            <a:off x="6020205" y="3894797"/>
            <a:ext cx="0" cy="7228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19A9D263-8449-321D-A504-773022AFA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959222"/>
              </p:ext>
            </p:extLst>
          </p:nvPr>
        </p:nvGraphicFramePr>
        <p:xfrm>
          <a:off x="4895788" y="2557918"/>
          <a:ext cx="2207714" cy="1269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3857">
                  <a:extLst>
                    <a:ext uri="{9D8B030D-6E8A-4147-A177-3AD203B41FA5}">
                      <a16:colId xmlns:a16="http://schemas.microsoft.com/office/drawing/2014/main" val="3516211963"/>
                    </a:ext>
                  </a:extLst>
                </a:gridCol>
                <a:gridCol w="1103857">
                  <a:extLst>
                    <a:ext uri="{9D8B030D-6E8A-4147-A177-3AD203B41FA5}">
                      <a16:colId xmlns:a16="http://schemas.microsoft.com/office/drawing/2014/main" val="2971122433"/>
                    </a:ext>
                  </a:extLst>
                </a:gridCol>
              </a:tblGrid>
              <a:tr h="3117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영상처리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영상분배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807964"/>
                  </a:ext>
                </a:extLst>
              </a:tr>
              <a:tr h="31176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인코딩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CDN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556848"/>
                  </a:ext>
                </a:extLst>
              </a:tr>
              <a:tr h="538115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변환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밸런싱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6554139"/>
                  </a:ext>
                </a:extLst>
              </a:tr>
            </a:tbl>
          </a:graphicData>
        </a:graphic>
      </p:graphicFrame>
      <p:sp>
        <p:nvSpPr>
          <p:cNvPr id="46" name="직사각형 45">
            <a:extLst>
              <a:ext uri="{FF2B5EF4-FFF2-40B4-BE49-F238E27FC236}">
                <a16:creationId xmlns:a16="http://schemas.microsoft.com/office/drawing/2014/main" id="{80584E4A-1466-77C6-E06D-24DD19F3DC1C}"/>
              </a:ext>
            </a:extLst>
          </p:cNvPr>
          <p:cNvSpPr/>
          <p:nvPr/>
        </p:nvSpPr>
        <p:spPr>
          <a:xfrm>
            <a:off x="527564" y="3762327"/>
            <a:ext cx="2207712" cy="3071949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7" name="그래픽 46" descr="스마트폰 윤곽선">
            <a:extLst>
              <a:ext uri="{FF2B5EF4-FFF2-40B4-BE49-F238E27FC236}">
                <a16:creationId xmlns:a16="http://schemas.microsoft.com/office/drawing/2014/main" id="{74F44A05-B9D3-8848-931D-4C48894A7F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0876" y="4020376"/>
            <a:ext cx="914400" cy="914400"/>
          </a:xfrm>
          <a:prstGeom prst="rect">
            <a:avLst/>
          </a:prstGeom>
        </p:spPr>
      </p:pic>
      <p:pic>
        <p:nvPicPr>
          <p:cNvPr id="48" name="그래픽 47" descr="컴퓨터 윤곽선">
            <a:extLst>
              <a:ext uri="{FF2B5EF4-FFF2-40B4-BE49-F238E27FC236}">
                <a16:creationId xmlns:a16="http://schemas.microsoft.com/office/drawing/2014/main" id="{5A8F53D1-4B00-4208-11EB-97BA25F715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2208" y="4020376"/>
            <a:ext cx="914400" cy="914400"/>
          </a:xfrm>
          <a:prstGeom prst="rect">
            <a:avLst/>
          </a:prstGeom>
        </p:spPr>
      </p:pic>
      <p:pic>
        <p:nvPicPr>
          <p:cNvPr id="49" name="그래픽 48" descr="사용자 윤곽선">
            <a:extLst>
              <a:ext uri="{FF2B5EF4-FFF2-40B4-BE49-F238E27FC236}">
                <a16:creationId xmlns:a16="http://schemas.microsoft.com/office/drawing/2014/main" id="{2420E658-CB46-4C56-8B11-F65E2EC5D58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9408" y="4838982"/>
            <a:ext cx="914400" cy="914400"/>
          </a:xfrm>
          <a:prstGeom prst="rect">
            <a:avLst/>
          </a:prstGeo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5109C3BE-B677-1666-C4A2-C81373C97A83}"/>
              </a:ext>
            </a:extLst>
          </p:cNvPr>
          <p:cNvSpPr txBox="1"/>
          <p:nvPr/>
        </p:nvSpPr>
        <p:spPr>
          <a:xfrm>
            <a:off x="615816" y="5753382"/>
            <a:ext cx="21194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PC </a:t>
            </a:r>
            <a:r>
              <a:rPr lang="ko-KR" altLang="en-US" dirty="0"/>
              <a:t>또는 모바일로 처리된 영상을 받는 시청자</a:t>
            </a: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40166203-4ACD-970F-61F2-D22DE2704F26}"/>
              </a:ext>
            </a:extLst>
          </p:cNvPr>
          <p:cNvCxnSpPr>
            <a:cxnSpLocks/>
          </p:cNvCxnSpPr>
          <p:nvPr/>
        </p:nvCxnSpPr>
        <p:spPr>
          <a:xfrm flipH="1">
            <a:off x="3066698" y="5056696"/>
            <a:ext cx="13547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1DC36D9E-4477-9C11-23B6-D6B459BD39C2}"/>
              </a:ext>
            </a:extLst>
          </p:cNvPr>
          <p:cNvSpPr txBox="1"/>
          <p:nvPr/>
        </p:nvSpPr>
        <p:spPr>
          <a:xfrm>
            <a:off x="2874189" y="5499660"/>
            <a:ext cx="19298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처리된 영상을 서버로부터 받음</a:t>
            </a:r>
          </a:p>
        </p:txBody>
      </p:sp>
      <p:pic>
        <p:nvPicPr>
          <p:cNvPr id="53" name="그래픽 52" descr="프레젠테이션 미디어 윤곽선">
            <a:extLst>
              <a:ext uri="{FF2B5EF4-FFF2-40B4-BE49-F238E27FC236}">
                <a16:creationId xmlns:a16="http://schemas.microsoft.com/office/drawing/2014/main" id="{A0314938-1CB8-AB05-CC91-7430A083254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236717" y="3810224"/>
            <a:ext cx="914400" cy="914400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E76A8277-5984-023B-7583-B19589A4FF7D}"/>
              </a:ext>
            </a:extLst>
          </p:cNvPr>
          <p:cNvSpPr txBox="1"/>
          <p:nvPr/>
        </p:nvSpPr>
        <p:spPr>
          <a:xfrm>
            <a:off x="7863840" y="615100"/>
            <a:ext cx="3753394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생각해볼 내용</a:t>
            </a:r>
            <a:endParaRPr lang="en-US" altLang="ko-KR" dirty="0"/>
          </a:p>
          <a:p>
            <a:pPr algn="ctr"/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영상 처리를 하고 분배를 하기 까지 시간이 걸리기 때문에 </a:t>
            </a:r>
            <a:r>
              <a:rPr lang="en-US" altLang="ko-KR" dirty="0"/>
              <a:t>CSR</a:t>
            </a:r>
            <a:r>
              <a:rPr lang="ko-KR" altLang="en-US" dirty="0"/>
              <a:t>보다 </a:t>
            </a:r>
            <a:r>
              <a:rPr lang="en-US" altLang="ko-KR" dirty="0"/>
              <a:t>SSR</a:t>
            </a:r>
            <a:r>
              <a:rPr lang="ko-KR" altLang="en-US" dirty="0"/>
              <a:t>이 좋은 방법이다</a:t>
            </a:r>
            <a:r>
              <a:rPr lang="en-US" altLang="ko-KR" dirty="0"/>
              <a:t>.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pPr marL="342900" indent="-342900" algn="ctr">
              <a:buAutoNum type="arabicPeriod"/>
            </a:pPr>
            <a:r>
              <a:rPr lang="ko-KR" altLang="en-US" dirty="0"/>
              <a:t>실시간 영상에 자막을 달고 싶다면 영상 처리 과정에서 자연어 처리를 통해 영상을 분석하고 이를 영상에 편집하면 되지 않을까</a:t>
            </a:r>
            <a:endParaRPr lang="en-US" altLang="ko-KR" dirty="0"/>
          </a:p>
          <a:p>
            <a:pPr marL="342900" indent="-342900" algn="ctr">
              <a:buAutoNum type="arabicPeriod"/>
            </a:pPr>
            <a:endParaRPr lang="en-US" altLang="ko-KR" dirty="0"/>
          </a:p>
          <a:p>
            <a:pPr marL="342900" indent="-342900" algn="ctr">
              <a:buAutoNum type="arabicPeriod"/>
            </a:pPr>
            <a:r>
              <a:rPr lang="ko-KR" altLang="en-US" dirty="0"/>
              <a:t>채팅 서버는 영상 서버와 별개로 구축해야 하는데 어떤 구조로 서버를 만들어야 할까</a:t>
            </a:r>
            <a:endParaRPr lang="en-US" altLang="ko-KR" dirty="0"/>
          </a:p>
          <a:p>
            <a:pPr marL="342900" indent="-342900" algn="ctr">
              <a:buAutoNum type="arabicPeriod"/>
            </a:pPr>
            <a:endParaRPr lang="en-US" altLang="ko-KR" dirty="0"/>
          </a:p>
          <a:p>
            <a:pPr marL="342900" indent="-342900" algn="ctr">
              <a:buAutoNum type="arabicPeriod"/>
            </a:pPr>
            <a:r>
              <a:rPr lang="ko-KR" altLang="en-US" dirty="0"/>
              <a:t>채팅 서버를 별개로 한다면 </a:t>
            </a:r>
            <a:endParaRPr lang="en-US" altLang="ko-KR" dirty="0"/>
          </a:p>
          <a:p>
            <a:pPr algn="ctr"/>
            <a:r>
              <a:rPr lang="ko-KR" altLang="en-US" dirty="0"/>
              <a:t>딜레이를 어떻게 최소화할까</a:t>
            </a:r>
            <a:endParaRPr lang="en-US" altLang="ko-KR" dirty="0"/>
          </a:p>
          <a:p>
            <a:pPr marL="342900" indent="-342900" algn="ctr">
              <a:buAutoNum type="arabicPeriod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17248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88</Words>
  <Application>Microsoft Office PowerPoint</Application>
  <PresentationFormat>와이드스크린</PresentationFormat>
  <Paragraphs>20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호연 황</dc:creator>
  <cp:lastModifiedBy>호연 황</cp:lastModifiedBy>
  <cp:revision>2</cp:revision>
  <dcterms:created xsi:type="dcterms:W3CDTF">2024-03-31T11:22:15Z</dcterms:created>
  <dcterms:modified xsi:type="dcterms:W3CDTF">2024-03-31T12:08:17Z</dcterms:modified>
</cp:coreProperties>
</file>